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82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61520" cy="9144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</a:t>
            </a: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-Bench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14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par etape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3337560"/>
            <a:ext cx="3657600" cy="0"/>
          </a:xfrm>
          <a:prstGeom prst="line">
            <a:avLst/>
          </a:prstGeom>
          <a:noFill/>
          <a:ln w="254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comment l'application Android Java est construite,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8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fichiers travaillent ensemble, et dans quel ordre.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66344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INSSET  ·  MASTER CCM-M1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etapes  ·  schemas + extraits de code  ·  references aux fichiers du projet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l'app demarre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5760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73152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383280" y="1261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tape sur l'icone jv-Bench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572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Launcher demarre l'app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0" cy="13716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217920" y="210312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lit AndroidManifest.xml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5760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00400" y="2286000"/>
            <a:ext cx="73152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83280" y="2359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App.java  (instance Application)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6700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android:name=".di.App"  ·  instancie AppContainer  ·  demarre NetworkMonitor + Sync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3200400"/>
            <a:ext cx="0" cy="13716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17920" y="320040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 lance l'Activity LAUNCHER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3383280"/>
            <a:ext cx="5760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0" y="3383280"/>
            <a:ext cx="73152" cy="86868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38328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 (l'unique Activity)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76732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setContentView(R.layout.activity_main)  ·  demande les permissions location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4297680"/>
            <a:ext cx="0" cy="13716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217920" y="429768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 layout XML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4480560"/>
            <a:ext cx="5760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200400" y="4480560"/>
            <a:ext cx="73152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83280" y="45537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activity_main.xml  →  NavHostFragment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8646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app:navGraph="@navigation/nav_graph"  ·  startDestination="@id/mapFragment"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5394960"/>
            <a:ext cx="0" cy="13716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17920" y="5394960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Component instancie le 1er fragment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5577840"/>
            <a:ext cx="5760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0" y="5577840"/>
            <a:ext cx="73152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383280" y="5650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MapFragment  →  c'est ce que l'utilisateur voit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0" y="596188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ecran : la carte avec les bancs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PARALLELE 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155448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48640" y="1554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AppContainer  (DI)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205740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4864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NetworkMonitor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256032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48640" y="2560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Notifications channels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306324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48640" y="306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BenchSyncScheduler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AndroidManifest.xml  -  di/App.java  -  ui/main/MainActivity.java  -  res/navigation/nav_graph.xml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d'un ecran : 3 fichiers en equipe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0" y="1280160"/>
            <a:ext cx="39319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0" y="1280160"/>
            <a:ext cx="73152" cy="128016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29768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fragment_xxx.xml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16642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VITRINE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elements visibles a l'ecran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(boutons, textes, conteneurs)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206240"/>
            <a:ext cx="39319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315200" y="4206240"/>
            <a:ext cx="73152" cy="164592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9808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XxxFragment.java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0" y="459028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REGISSEUR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 le XML au code Java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(findViewById, listeners, navigate)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le ViewModel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39319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73152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9728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XxxViewModel.java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59028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CERVEAU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 l'etat (UiState)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un LiveData observable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les Repositories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2697480"/>
            <a:ext cx="1828800" cy="141732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95528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4846320"/>
            <a:ext cx="246888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0" y="4617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LiveData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5212080"/>
            <a:ext cx="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53035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methodes (load, save, delete)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solidFill>
            <a:srgbClr val="F2EFE9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Exemple Map :  fragment_map.xml  +  ui/map/MapFragment.java  +  ui/map/MapViewModel.java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Tous les ecrans suivent ce pattern : Map, Auth, BenchDetail, BenchForm, ReviewForm, Admin...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XML place les elements a l'ecran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conteneurs principaux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3152" cy="246888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LinearLayout vertical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solidFill>
            <a:srgbClr val="F2EFE9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2468880"/>
            <a:ext cx="3108960" cy="320040"/>
          </a:xfrm>
          <a:prstGeom prst="rect">
            <a:avLst/>
          </a:prstGeom>
          <a:solidFill>
            <a:srgbClr val="F2EFE9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2880360"/>
            <a:ext cx="3108960" cy="320040"/>
          </a:xfrm>
          <a:prstGeom prst="rect">
            <a:avLst/>
          </a:prstGeom>
          <a:solidFill>
            <a:srgbClr val="F2EFE9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2880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 en colonne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554480"/>
            <a:ext cx="3566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297680" y="1554480"/>
            <a:ext cx="73152" cy="246888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48056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LinearLayout horizontal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26280" y="2194560"/>
            <a:ext cx="960120" cy="1097280"/>
          </a:xfrm>
          <a:prstGeom prst="rect">
            <a:avLst/>
          </a:prstGeom>
          <a:solidFill>
            <a:srgbClr val="F2EFE9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26280" y="219456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59552" y="2194560"/>
            <a:ext cx="960120" cy="1097280"/>
          </a:xfrm>
          <a:prstGeom prst="rect">
            <a:avLst/>
          </a:prstGeom>
          <a:solidFill>
            <a:srgbClr val="F2EFE9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559552" y="219456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92824" y="2194560"/>
            <a:ext cx="960120" cy="1097280"/>
          </a:xfrm>
          <a:prstGeom prst="rect">
            <a:avLst/>
          </a:prstGeom>
          <a:solidFill>
            <a:srgbClr val="F2EFE9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92824" y="219456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Empile en ligne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1554480"/>
            <a:ext cx="35661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8046720" y="1554480"/>
            <a:ext cx="73152" cy="2468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2296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FrameLayout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75320" y="2194560"/>
            <a:ext cx="3108960" cy="1463040"/>
          </a:xfrm>
          <a:prstGeom prst="rect">
            <a:avLst/>
          </a:prstGeom>
          <a:solidFill>
            <a:srgbClr val="DCE7F0"/>
          </a:solidFill>
          <a:ln w="1270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275320" y="21945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686800" y="2834640"/>
            <a:ext cx="1463040" cy="64008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868680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Superpose en couches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attributs a comprendre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" y="4709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android:id="@+id/xxx"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0" y="4709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pour findViewById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4983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android:layout_width="match_parent"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6480" y="4983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match_parent / wrap_content / 100dp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5257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android:layout_margin="16dp"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26480" y="5257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exterieur autour de l'element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5532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android:padding="12dp"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26480" y="5532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interieur dans l'element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android:text="@string/save_bench"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26480" y="5806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(reference vers strings.xml)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080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5A0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android:backgroundTint="@color/jv_orange"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126480" y="6080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de fond (reference colors.xml)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res/layout/fragment_*.xml  ·  Regle d'or : dp pour tailles, sp pour textes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Fragment relie le XML au code 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systematique en 5 etapes (dans onViewCreated)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73152" cy="91440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77240" y="1668780"/>
            <a:ext cx="411480" cy="411480"/>
          </a:xfrm>
          <a:prstGeom prst="ellipse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6687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15087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Recuperer le ViewModel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25880" y="1874520"/>
            <a:ext cx="10149840" cy="365760"/>
          </a:xfrm>
          <a:prstGeom prst="rect">
            <a:avLst/>
          </a:prstGeom>
          <a:solidFill>
            <a:srgbClr val="F2EFE9"/>
          </a:solidFill>
          <a:ln w="508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417320" y="18745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viewModel = new ViewModelProvider(this, factory).get(MapViewModel.class);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23160"/>
            <a:ext cx="11064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73152" cy="9144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77240" y="2674620"/>
            <a:ext cx="411480" cy="411480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" y="26746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25146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findViewById : XML  →  objet Java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325880" y="2880360"/>
            <a:ext cx="10149840" cy="365760"/>
          </a:xfrm>
          <a:prstGeom prst="rect">
            <a:avLst/>
          </a:prstGeom>
          <a:solidFill>
            <a:srgbClr val="F2EFE9"/>
          </a:solidFill>
          <a:ln w="508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417320" y="2880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View addBenchButton = view.findViewById(R.id.goBenchFormButton);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1064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73152" cy="9144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77240" y="3680460"/>
            <a:ext cx="411480" cy="411480"/>
          </a:xfrm>
          <a:prstGeom prst="ellipse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36804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25880" y="35204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les listeners (reagir aux taps)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325880" y="3886200"/>
            <a:ext cx="10149840" cy="365760"/>
          </a:xfrm>
          <a:prstGeom prst="rect">
            <a:avLst/>
          </a:prstGeom>
          <a:solidFill>
            <a:srgbClr val="F2EFE9"/>
          </a:solidFill>
          <a:ln w="508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417320" y="38862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addBenchButton.setOnClickListener(v -&gt; { navigate(...); });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73152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77240" y="468630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77240" y="46863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5880" y="45262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le ViewModel (reagir aux changements d'etat)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325880" y="4892040"/>
            <a:ext cx="10149840" cy="365760"/>
          </a:xfrm>
          <a:prstGeom prst="rect">
            <a:avLst/>
          </a:prstGeom>
          <a:solidFill>
            <a:srgbClr val="F2EFE9"/>
          </a:solidFill>
          <a:ln w="508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417320" y="4892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viewModel.getUiState().observe(getViewLifecycleOwner(), state -&gt; { ... });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48640" y="5440680"/>
            <a:ext cx="73152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777240" y="56921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77240" y="56921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25880" y="55321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Declencher la 1ere charge de donnees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325880" y="5897880"/>
            <a:ext cx="10149840" cy="365760"/>
          </a:xfrm>
          <a:prstGeom prst="rect">
            <a:avLst/>
          </a:prstGeom>
          <a:solidFill>
            <a:srgbClr val="F2EFE9"/>
          </a:solidFill>
          <a:ln w="508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417320" y="58978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viewModel.loadMapData();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ui/map/MapFragment.java  ·  Un Fragment ne contient JAMAIS de logique metier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ViewModel : cerveau qui survit aux rotations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d'etat (le 'tuyau' LiveData)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73152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1764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756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un bouton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148840"/>
            <a:ext cx="73152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468880" y="1920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viewModel.xxx()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73152" cy="9144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47472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 methode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148840"/>
            <a:ext cx="73152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73152" cy="91440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83680" y="17647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0756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2148840"/>
            <a:ext cx="73152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686800" y="1920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509760" y="1691640"/>
            <a:ext cx="2286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9509760" y="1691640"/>
            <a:ext cx="73152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9692640" y="1764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92640" y="207568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reseau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652760" y="2651760"/>
            <a:ext cx="0" cy="50292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0789920" y="26517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09760" y="3200400"/>
            <a:ext cx="2286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9509760" y="3200400"/>
            <a:ext cx="73152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9692640" y="32735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652760" y="3977640"/>
            <a:ext cx="0" cy="22860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0789920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→  Bench[]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509760" y="4297680"/>
            <a:ext cx="2286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9509760" y="4297680"/>
            <a:ext cx="73152" cy="731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9692640" y="4370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uiState.postValue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9264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 UiState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09760" y="4663440"/>
            <a:ext cx="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9509760" y="4709160"/>
            <a:ext cx="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023360" y="4297680"/>
            <a:ext cx="22860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023360" y="4297680"/>
            <a:ext cx="73152" cy="73152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206240" y="4370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20624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 etat dispo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023360" y="4663440"/>
            <a:ext cx="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023360" y="4709160"/>
            <a:ext cx="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4297680"/>
            <a:ext cx="26517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548640" y="4297680"/>
            <a:ext cx="73152" cy="73152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731520" y="4370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redessine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31520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UiState (classe imbriquee dans le ViewModel) :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2EFE9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31520" y="5669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public static class UiState {  public final boolean loading;  public final List&lt;Bench&gt; benches;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                    public final GeoPoint center;  public final String error;  ... }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ui/map/MapViewModel.java  ·  Le ViewModel ne touche JAMAIS a la View, il expose un etat observable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Repository : interface + implementation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dans domain/ (contrat)  +  l'implementation dans data/ (Supabase)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029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73152" cy="2743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BenchRepository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93852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domain/repository/  -  pur Java, zero Android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getBenches(callback)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getBenchById(id, callback)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createBench(bench, callback)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updateBench(bench, callback)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deleteBench(id, callback)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5029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583680" y="1554480"/>
            <a:ext cx="73152" cy="2743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6656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SupabaseBenchRepository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193852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data/repository/  -  utilise OkHttp + JSON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ExecutorService pour ne pas bloquer le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Appelle SupabaseApiClient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 /rest/v1/benches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Mappers JSON  ↔  DTO  ↔  Bench (snake_case)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0" cy="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0" y="2651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separation 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356616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3566160" cy="7315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532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remplace Supabase par Firebase 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ecrit FirebaseBenchRepository implements BenchRepository.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dans AppContainer a changer.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5029200"/>
            <a:ext cx="356616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297680" y="5029200"/>
            <a:ext cx="3566160" cy="7315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48056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5532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ViewModel ne connait que l'interface.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peut le tester avec un FakeBenchRepository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retourne des donnees en dur.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0" y="5029200"/>
            <a:ext cx="3566160" cy="132588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8046720" y="5029200"/>
            <a:ext cx="3566160" cy="7315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96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0" y="5532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a UNE responsabilite.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ViewModel ne sait pas que les donnees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viennent du reseau. Pas son probleme.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domain/repository/BenchRepository.java  +  data/repository/SupabaseBenchRepository.java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 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 : ou toutes les pieces sont assemblees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= Dependency Injection.  Chez vous c'est manuel, dans AppContainer.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30175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73152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App.onCreate()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8470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singleton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2148840"/>
            <a:ext cx="0" cy="411480"/>
          </a:xfrm>
          <a:prstGeom prst="line">
            <a:avLst/>
          </a:prstGeom>
          <a:noFill/>
          <a:ln w="2540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17920" y="2148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931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0" y="2606040"/>
            <a:ext cx="73152" cy="64008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AppContainer(this)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990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toutes les dependances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3291840"/>
            <a:ext cx="0" cy="320040"/>
          </a:xfrm>
          <a:prstGeom prst="line">
            <a:avLst/>
          </a:prstGeom>
          <a:noFill/>
          <a:ln w="12700">
            <a:solidFill>
              <a:srgbClr val="5A6A8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828800" y="3611880"/>
            <a:ext cx="0" cy="4572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2788920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Supabase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SupabaseClientProvider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SupabaseSessionStore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SupabaseApiClient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SupabaseRealtimeClient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0" cy="320040"/>
          </a:xfrm>
          <a:prstGeom prst="line">
            <a:avLst/>
          </a:prstGeom>
          <a:noFill/>
          <a:ln w="12700">
            <a:solidFill>
              <a:srgbClr val="5A6A8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54880" y="3611880"/>
            <a:ext cx="0" cy="4572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383280" y="3657600"/>
            <a:ext cx="2788920" cy="45720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38328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411480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47472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SupabaseAuthRepository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SupabaseBenchRepository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SupabaseBenchImageRepository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5120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SupabaseReviewRepository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74720" y="5440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SupabaseAdminRepository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080760" y="3291840"/>
            <a:ext cx="1600200" cy="320040"/>
          </a:xfrm>
          <a:prstGeom prst="line">
            <a:avLst/>
          </a:prstGeom>
          <a:noFill/>
          <a:ln w="12700">
            <a:solidFill>
              <a:srgbClr val="5A6A8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7680960" y="3611880"/>
            <a:ext cx="0" cy="4572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6309360" y="3657600"/>
            <a:ext cx="2788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30936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Android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411480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40080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LocationProvider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0080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PermissionManager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NetworkMonitor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00800" y="5120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GeofenceManager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80760" y="3291840"/>
            <a:ext cx="4526280" cy="320040"/>
          </a:xfrm>
          <a:prstGeom prst="line">
            <a:avLst/>
          </a:prstGeom>
          <a:noFill/>
          <a:ln w="12700">
            <a:solidFill>
              <a:srgbClr val="5A6A85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10607040" y="3611880"/>
            <a:ext cx="0" cy="45720"/>
          </a:xfrm>
          <a:prstGeom prst="line">
            <a:avLst/>
          </a:prstGeom>
          <a:noFill/>
          <a:ln w="19050">
            <a:solidFill>
              <a:srgbClr val="5A6A85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9235440" y="3657600"/>
            <a:ext cx="2788920" cy="4572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9235440" y="36576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(abstraction)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235440" y="4114800"/>
            <a:ext cx="2788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9326880" y="41605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MapServiceFactory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9326880" y="44805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(swap OSM / Google Maps)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326880" y="48006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= 1 ligne a changer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F2EFE9"/>
          </a:solidFill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132B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Dans un Fragment :  App app = (App) requireActivity().getApplication();   app.getAppContainer().benchRepository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di/App.java  ·  di/AppContainer.java  ·  ui/main/AppViewModelFactory.java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12161520" cy="64008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 schema : tout ensemble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097280"/>
            <a:ext cx="9601200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280160" y="1097280"/>
            <a:ext cx="914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1444752"/>
            <a:ext cx="9144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tape, swipe, scroll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600200"/>
            <a:ext cx="0" cy="228600"/>
          </a:xfrm>
          <a:prstGeom prst="line">
            <a:avLst/>
          </a:prstGeom>
          <a:noFill/>
          <a:ln w="1905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7132320" y="1828800"/>
            <a:ext cx="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166360" y="15773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interagit avec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15773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80160" y="1828800"/>
            <a:ext cx="9601200" cy="68580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280160" y="1828800"/>
            <a:ext cx="91440" cy="6858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55448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XML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2176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fragment_*.xml  ·  nav_graph.xml  ·  strings.xml  ·  colors.xml  ·  drawable/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514600"/>
            <a:ext cx="0" cy="228600"/>
          </a:xfrm>
          <a:prstGeom prst="line">
            <a:avLst/>
          </a:prstGeom>
          <a:noFill/>
          <a:ln w="1905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132320" y="2743200"/>
            <a:ext cx="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166360" y="24917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4917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2743200"/>
            <a:ext cx="96012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280160" y="2743200"/>
            <a:ext cx="91440" cy="77724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554480" y="2788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  (ui/&lt;feature&gt;/XxxFragment.java)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30906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onCreateView → inflate XML  ·  onViewCreated → findViewById + listeners + observe ViewModel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3520440"/>
            <a:ext cx="0" cy="228600"/>
          </a:xfrm>
          <a:prstGeom prst="line">
            <a:avLst/>
          </a:prstGeom>
          <a:noFill/>
          <a:ln w="1905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132320" y="3749040"/>
            <a:ext cx="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166360" y="34975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34975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LiveData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0" y="3749040"/>
            <a:ext cx="96012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280160" y="3749040"/>
            <a:ext cx="91440" cy="777240"/>
          </a:xfrm>
          <a:prstGeom prst="rect">
            <a:avLst/>
          </a:prstGeom>
          <a:solidFill>
            <a:srgbClr val="5B6FED"/>
          </a:solidFill>
          <a:ln w="12700">
            <a:solidFill>
              <a:srgbClr val="5B6F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554480" y="3794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 (ui/&lt;feature&gt;/XxxViewModel.java)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54480" y="409651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dans UiState  ·  MutableLiveData&lt;UiState&gt;  ·  Methodes metier  ·  Appelle Repository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4526280"/>
            <a:ext cx="0" cy="228600"/>
          </a:xfrm>
          <a:prstGeom prst="line">
            <a:avLst/>
          </a:prstGeom>
          <a:noFill/>
          <a:ln w="1905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7132320" y="4754880"/>
            <a:ext cx="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166360" y="45034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repo.xxx(callback)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45034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onSuccess / onError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80160" y="4754880"/>
            <a:ext cx="9601200" cy="77724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280160" y="4754880"/>
            <a:ext cx="9144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55448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(domain interface + data impl)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554480" y="51023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  ·  Appelle SupabaseApiClient  ·  Mappers JSON ↔ DTO ↔ Bench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0" y="5532120"/>
            <a:ext cx="0" cy="228600"/>
          </a:xfrm>
          <a:prstGeom prst="line">
            <a:avLst/>
          </a:prstGeom>
          <a:noFill/>
          <a:ln w="19050">
            <a:solidFill>
              <a:srgbClr val="0B132B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132320" y="5760720"/>
            <a:ext cx="0" cy="0"/>
          </a:xfrm>
          <a:prstGeom prst="line">
            <a:avLst/>
          </a:prstGeom>
          <a:noFill/>
          <a:ln w="19050">
            <a:solidFill>
              <a:srgbClr val="5A6A85"/>
            </a:solidFill>
            <a:prstDash val="dash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166360" y="55092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WebSocket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55092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280160" y="5760720"/>
            <a:ext cx="960120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0D9CB"/>
            </a:solidFill>
            <a:prstDash val="solid"/>
          </a:ln>
          <a:effectLst>
            <a:outerShdw blurRad="101600" dist="25400" dir="5400000" algn="bl" rotWithShape="0">
              <a:srgbClr val="0B132B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1280160" y="5760720"/>
            <a:ext cx="914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55448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 (cloud)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554480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·  REST  ·  Storage  ·  Realtime  ·  Postgres + RLS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0D9C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A8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L'architecture complete  -  a savoir reciter sans hesiter a l'oral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1209</Words>
  <Application>Microsoft Office PowerPoint</Application>
  <PresentationFormat>Grand écran</PresentationFormat>
  <Paragraphs>235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Apprendre jv-Bench etape par etape</dc:title>
  <dc:subject>PptxGenJS Presentation</dc:subject>
  <dc:creator>INSSET</dc:creator>
  <cp:lastModifiedBy>Clément JEANDIDIER</cp:lastModifiedBy>
  <cp:revision>2</cp:revision>
  <dcterms:created xsi:type="dcterms:W3CDTF">2026-05-20T12:54:59Z</dcterms:created>
  <dcterms:modified xsi:type="dcterms:W3CDTF">2026-05-20T12:59:42Z</dcterms:modified>
</cp:coreProperties>
</file>